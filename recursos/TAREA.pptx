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39C8D-107C-CCCA-207B-81D5B8C1F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7825A-F2E7-3B5D-970A-A97BE2916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69F4A7-C740-6C12-0F78-DE185346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50CB1-7C8A-DC3C-6611-F0560344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19CA79-95AD-5EA1-2A15-E6117A5C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87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C0B71-7B7E-3256-C534-1EDD978F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E659F2-06F4-3BA1-0B35-4AF54F17B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950597-2280-A5D7-FBAD-AD6C677E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F7E4F9-4970-A904-FEE3-E570F9E1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D12349-F90D-EE56-A134-325EEC2E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7246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8AB04-49C5-54F1-3F26-089EC2C9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0E7220-4EB2-265E-5980-33F612B71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C53B7F-91A2-7731-9C2C-6635AE7C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2B1F5F-1EFF-859C-3D25-89F7E96C0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E7E921-240C-8430-4C94-3819B531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217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86927-74B9-6F0A-26A2-992CDF9B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19BEB-FC43-D765-6BA8-FF0FA80F9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D617C4-00E8-FE36-37B0-7B4F0FC0D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3E453C6-7A83-0FEF-4DF6-8553CA36F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709221-1C4C-71BA-12CE-4D99A256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59CD33-DB41-513F-C083-25A4A559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026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22C5A-A04F-881E-F992-D7A34D4F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E0751-C832-75C0-1EDC-52477D607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628EA7-DB13-259F-34FE-B74E1EEBC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3442D0-4A9C-A717-5845-275E0745C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350C70-DCC6-E375-DAD2-91B3D30AB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C35709-A6CF-6FB2-E5DA-A2141780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5FD63E1-8832-098C-A7C9-C0C3C4000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12304B-4EC6-FA2E-F823-8055906B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4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5FB82-9678-56DA-5602-4568B4B2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47B634-C9B8-6202-F6BA-8FC15F48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723566-9195-3CAC-CDFB-0EACD2E5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C25A27-D077-5C33-E48E-64ED0BD3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1789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A3EB26-0295-1BAE-4680-EC5D758E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E61B11-CCBB-2239-4C32-AA9EAB58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474EC7-66D2-FBCF-9DA4-C1C31A30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182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52B5D-6B1E-8831-D1CA-8EC99821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655377-EA56-F7C4-A842-399CF3F6F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011844-DD30-EF22-2D41-D3B4CCEF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09D63D-C5D1-26B0-052A-169ED018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1DA81B-19A2-FBC3-8E39-D78F278C2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7E6438-E362-A2C5-C324-632B2DF2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09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A993A-1D03-3D75-9C01-048E7DE88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B528E4-9043-90DB-93A1-CB97BBE37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75CAB9-CACD-A5CE-29E5-66D91A670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941E6-9F67-FE3F-1605-EAE91CBC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3DAF76-112B-ECB0-6279-2BFC6A3D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2DAB2E-1683-9967-8F5C-5C050328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467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ABC90-3643-B668-F65F-99A833C7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BEB37B-A0EB-D2C5-DE65-73138DF8D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A79302-8583-F0B7-3115-1A39B93C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808A2-06BF-0870-E2A1-7FA87950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1C8216-7741-8CD9-9C2B-D126132F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887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051501-A9F7-9800-F820-938EAACFC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756618-92E4-04F7-BC1E-1AE0FBCFC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01784-3F3E-C9C4-6D8D-89226F6C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A288ED-B722-800F-DA51-858E4E7C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85A00-61A5-FCD0-F8B9-039551E1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030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593365-A247-ECFA-CFA0-A3139968F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417CB3-BA53-B3D9-B0D5-4601C5201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D2C8-1F1C-99F2-43CF-D6929F7F1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61050-A3C1-4244-BCA4-BAA04CA665DB}" type="datetimeFigureOut">
              <a:rPr lang="es-MX" smtClean="0"/>
              <a:t>12/09/2026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7C4755-110B-CD70-B2F8-A81E2F8BB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9CF30-01AC-A56A-27F3-F7AD69FF2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3510D-EB47-40C1-892E-1A80139C74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33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ECC80B3-DD93-BB8C-A66D-EA8E44B075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311890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9080276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63830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Campo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Tipo de 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Restricción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1750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id_platillo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Llave primaria (PK), autoincremental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569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478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categoria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Ej: entrada, plato fuerte, postre, bebida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5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precio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DECIMAL(6,2)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035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disponible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Valor por defecto: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10659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EFD0D0C-7B11-D3CD-6547-3149AAE1DFFC}"/>
              </a:ext>
            </a:extLst>
          </p:cNvPr>
          <p:cNvSpPr txBox="1"/>
          <p:nvPr/>
        </p:nvSpPr>
        <p:spPr>
          <a:xfrm>
            <a:off x="838200" y="736994"/>
            <a:ext cx="1099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MX" b="1" dirty="0"/>
              <a:t>Ejercicio — CREATE TABLE ( Realizar un INSERT, UPDATE Y DELETE)</a:t>
            </a:r>
            <a:endParaRPr lang="es-MX" dirty="0"/>
          </a:p>
          <a:p>
            <a:pPr rtl="0">
              <a:buNone/>
            </a:pPr>
            <a:r>
              <a:rPr lang="es-MX" dirty="0"/>
              <a:t>Una cadena de restaurantes necesita registrar en su base de datos el menú de platillos que ofrece. Crea una tabla llamada </a:t>
            </a:r>
            <a:r>
              <a:rPr lang="es-MX" dirty="0">
                <a:latin typeface="+mn-lt"/>
              </a:rPr>
              <a:t>comida</a:t>
            </a:r>
            <a:r>
              <a:rPr lang="es-MX" dirty="0"/>
              <a:t> que cumpla con las siguientes especificaciones:</a:t>
            </a:r>
          </a:p>
        </p:txBody>
      </p:sp>
    </p:spTree>
    <p:extLst>
      <p:ext uri="{BB962C8B-B14F-4D97-AF65-F5344CB8AC3E}">
        <p14:creationId xmlns:p14="http://schemas.microsoft.com/office/powerpoint/2010/main" val="16487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5F93C7A-D677-6D16-F214-0559EA74EE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2377462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545014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80667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Campo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Tipo de 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Restricción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497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id_alumno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Llave primaria (PK), autoincremental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674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228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grado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Ej: "3ro A", "5to B"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665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559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promedio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DECIMAL(4,2)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Valor por defecto: 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248220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49A8404E-41F2-B849-4CEF-95D6598901EF}"/>
              </a:ext>
            </a:extLst>
          </p:cNvPr>
          <p:cNvSpPr txBox="1"/>
          <p:nvPr/>
        </p:nvSpPr>
        <p:spPr>
          <a:xfrm>
            <a:off x="711200" y="302793"/>
            <a:ext cx="1102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Ejemplo 2 — Escuela (tabla </a:t>
            </a:r>
            <a:r>
              <a:rPr lang="es-MX" b="1" dirty="0">
                <a:latin typeface="+mn-lt"/>
              </a:rPr>
              <a:t>alumnos</a:t>
            </a:r>
            <a:r>
              <a:rPr lang="es-MX" b="1" dirty="0"/>
              <a:t>) ( Realizar CREATE, INSERT, UPDATE Y DELETE)</a:t>
            </a:r>
            <a:endParaRPr lang="es-MX" dirty="0"/>
          </a:p>
          <a:p>
            <a:pPr rtl="0">
              <a:buNone/>
            </a:pPr>
            <a:endParaRPr lang="es-MX" dirty="0"/>
          </a:p>
          <a:p>
            <a:pPr rtl="0">
              <a:buNone/>
            </a:pPr>
            <a:r>
              <a:rPr lang="es-MX" dirty="0"/>
              <a:t>Una escuela quiere registrar la información básica de sus alumnos.</a:t>
            </a:r>
          </a:p>
        </p:txBody>
      </p:sp>
    </p:spTree>
    <p:extLst>
      <p:ext uri="{BB962C8B-B14F-4D97-AF65-F5344CB8AC3E}">
        <p14:creationId xmlns:p14="http://schemas.microsoft.com/office/powerpoint/2010/main" val="274241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FAE4247F-3543-752D-C063-A0B1221407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867933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538275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7943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Campo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Tipo de dato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Restricción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033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id_producto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Llave primaria (PK), autoincremental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99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50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VARCHAR(30)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Ej: snack, bebida, dulce, papelería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5078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precio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DECIMAL(6,2)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No puede ser nulo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060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existencia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Valor por defecto: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084668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26D2B09-42AD-EAED-20C3-F57214B2B9B8}"/>
              </a:ext>
            </a:extLst>
          </p:cNvPr>
          <p:cNvSpPr txBox="1"/>
          <p:nvPr/>
        </p:nvSpPr>
        <p:spPr>
          <a:xfrm>
            <a:off x="584200" y="353593"/>
            <a:ext cx="1076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Ejemplo 3 — Tiendita escolar (tabla </a:t>
            </a:r>
            <a:r>
              <a:rPr lang="es-MX" b="1" dirty="0">
                <a:latin typeface="+mn-lt"/>
              </a:rPr>
              <a:t>productos</a:t>
            </a:r>
            <a:r>
              <a:rPr lang="es-MX" b="1" dirty="0"/>
              <a:t>) ( Realizar CREATE, INSERT, UPDATE Y DELETE)</a:t>
            </a:r>
            <a:endParaRPr lang="es-MX" dirty="0"/>
          </a:p>
          <a:p>
            <a:endParaRPr lang="es-MX" dirty="0"/>
          </a:p>
          <a:p>
            <a:pPr rtl="0">
              <a:buNone/>
            </a:pPr>
            <a:endParaRPr lang="es-MX" dirty="0"/>
          </a:p>
          <a:p>
            <a:pPr rtl="0">
              <a:buNone/>
            </a:pPr>
            <a:r>
              <a:rPr lang="es-MX" dirty="0"/>
              <a:t>La tiendita de la escuela necesita llevar el control de los productos que vende.</a:t>
            </a:r>
          </a:p>
        </p:txBody>
      </p:sp>
    </p:spTree>
    <p:extLst>
      <p:ext uri="{BB962C8B-B14F-4D97-AF65-F5344CB8AC3E}">
        <p14:creationId xmlns:p14="http://schemas.microsoft.com/office/powerpoint/2010/main" val="2785874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270</Words>
  <Application>Microsoft Office PowerPoint</Application>
  <PresentationFormat>Panorámica</PresentationFormat>
  <Paragraphs>63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Irahan Otoniel Jose Guzman</dc:creator>
  <cp:lastModifiedBy>Irahan Otoniel Jose Guzman</cp:lastModifiedBy>
  <cp:revision>2</cp:revision>
  <dcterms:created xsi:type="dcterms:W3CDTF">2026-09-12T19:34:38Z</dcterms:created>
  <dcterms:modified xsi:type="dcterms:W3CDTF">2026-09-12T20:03:49Z</dcterms:modified>
</cp:coreProperties>
</file>